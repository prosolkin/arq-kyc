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0d786437-9972-7d36-e1af-4f3aa245fa27}">
          <p14:sldIdLst>
            <p14:sldId id="256"/>
            <p14:sldId id="257"/>
            <p14:sldId id="258"/>
            <p14:sldId id="259"/>
            <p14:sldId id="260"/>
            <p14:sldId id="261"/>
            <p14:sldId id="262"/>
            <p14:sldId id="263"/>
            <p14:sldId id="264"/>
            <p14:sldId id="265"/>
            <p14:sldId id="266"/>
            <p14:sldId id="267"/>
          </p14:sldIdLst>
        </p14:section>
        <p14:section name="Appendix" id="{172d3b9c-e780-37ca-64f2-5713daba72a8}">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 The interactive version of the same analysis is at prosolkin.github.io/arq-kyc. Its password is in the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384048"/>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a:t>
            </a:r>
            <a:endParaRPr lang="en-US" sz="1050" dirty="0"/>
          </a:p>
          <a:p>
            <a:pPr algn="l" indent="0" marL="0">
              <a:buNone/>
            </a:pPr>
            <a:r>
              <a:rPr lang="en-US" sz="1050" dirty="0">
                <a:solidFill>
                  <a:srgbClr val="A1ABB4"/>
                </a:solidFill>
                <a:latin typeface="Arial" pitchFamily="34" charset="0"/>
                <a:ea typeface="Arial" pitchFamily="34" charset="-122"/>
                <a:cs typeface="Arial" pitchFamily="34" charset="-120"/>
              </a:rPr>
              <a:t>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761488"/>
            <a:ext cx="3203143" cy="1737360"/>
          </a:xfrm>
          <a:prstGeom prst="rect">
            <a:avLst/>
          </a:prstGeom>
          <a:noFill/>
          <a:ln/>
        </p:spPr>
        <p:txBody>
          <a:bodyPr wrap="square" lIns="0" tIns="0" rIns="0" bIns="0" rtlCol="0" anchor="t"/>
          <a:lstStyle/>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line-85"/>
          <p:cNvSpPr/>
          <p:nvPr/>
        </p:nvSpPr>
        <p:spPr>
          <a:xfrm>
            <a:off x="8275320" y="4517136"/>
            <a:ext cx="3166567" cy="0"/>
          </a:xfrm>
          <a:prstGeom prst="line">
            <a:avLst/>
          </a:prstGeom>
          <a:noFill/>
          <a:ln w="9525">
            <a:solidFill>
              <a:srgbClr val="2A3036"/>
            </a:solidFill>
            <a:prstDash val="solid"/>
          </a:ln>
        </p:spPr>
      </p:sp>
      <p:sp>
        <p:nvSpPr>
          <p:cNvPr id="88" name="text-86"/>
          <p:cNvSpPr txBox="1"/>
          <p:nvPr/>
        </p:nvSpPr>
        <p:spPr>
          <a:xfrm>
            <a:off x="8275320" y="4608576"/>
            <a:ext cx="3203143" cy="512064"/>
          </a:xfrm>
          <a:prstGeom prst="rect">
            <a:avLst/>
          </a:prstGeom>
          <a:noFill/>
          <a:ln/>
        </p:spPr>
        <p:txBody>
          <a:bodyPr wrap="square" lIns="0" tIns="0" rIns="0" bIns="0" rtlCol="0" anchor="t"/>
          <a:lstStyle/>
          <a:p>
            <a:pPr algn="l" indent="0" marL="0">
              <a:spcAft>
                <a:spcPts val="200"/>
              </a:spcAft>
              <a:buNone/>
            </a:pPr>
            <a:r>
              <a:rPr lang="en-US" sz="1050" b="1" dirty="0">
                <a:solidFill>
                  <a:srgbClr val="E5E9EC"/>
                </a:solidFill>
                <a:latin typeface="Arial" pitchFamily="34" charset="0"/>
                <a:ea typeface="Arial" pitchFamily="34" charset="-122"/>
                <a:cs typeface="Arial" pitchFamily="34" charset="-120"/>
              </a:rPr>
              <a:t>Interactive version, with a chat</a:t>
            </a:r>
            <a:endParaRPr lang="en-US" sz="1050" dirty="0"/>
          </a:p>
          <a:p>
            <a:pPr algn="l" indent="0" marL="0">
              <a:spcAft>
                <a:spcPts val="200"/>
              </a:spcAft>
              <a:buNone/>
            </a:pPr>
            <a:r>
              <a:rPr lang="en-US" sz="1100" u="sng" dirty="0">
                <a:solidFill>
                  <a:srgbClr val="6FA6E6"/>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prosolkin.github.io/arq-kyc/</a:t>
            </a:r>
            <a:endParaRPr lang="en-US" sz="1050" dirty="0"/>
          </a:p>
          <a:p>
            <a:pPr algn="l" indent="0" marL="0">
              <a:buNone/>
            </a:pPr>
            <a:r>
              <a:rPr lang="en-US" sz="950" dirty="0">
                <a:solidFill>
                  <a:srgbClr val="A1ABB4"/>
                </a:solidFill>
                <a:latin typeface="Arial" pitchFamily="34" charset="0"/>
                <a:ea typeface="Arial" pitchFamily="34" charset="-122"/>
                <a:cs typeface="Arial" pitchFamily="34" charset="-120"/>
              </a:rPr>
              <a:t>The password is in the email.</a:t>
            </a:r>
            <a:endParaRPr lang="en-US" sz="1050" dirty="0"/>
          </a:p>
        </p:txBody>
      </p:sp>
      <p:sp>
        <p:nvSpPr>
          <p:cNvPr id="89" name="rect-87"/>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90" name="text-88"/>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91" name="text-89"/>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2" name="text-90"/>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3" name="rect-91"/>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4" name="text-92"/>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5" name="text-93"/>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6" name="text-94"/>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7" name="rect-95"/>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8" name="text-96"/>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9" name="text-97"/>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100" name="text-98"/>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2026-10-15T11:16:04Z</dcterms:created>
  <dcterms:modified xsi:type="dcterms:W3CDTF">2026-10-15T11:16:04Z</dcterms:modified>
</cp:coreProperties>
</file>