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2abf6b6f-df9f-a5f5-1a28-30bae5d75b2d}">
          <p14:sldIdLst>
            <p14:sldId id="256"/>
            <p14:sldId id="257"/>
            <p14:sldId id="258"/>
            <p14:sldId id="259"/>
            <p14:sldId id="260"/>
            <p14:sldId id="261"/>
            <p14:sldId id="262"/>
            <p14:sldId id="263"/>
            <p14:sldId id="264"/>
            <p14:sldId id="265"/>
            <p14:sldId id="266"/>
            <p14:sldId id="267"/>
          </p14:sldIdLst>
        </p14:section>
        <p14:section name="Appendix" id="{31c19f20-853f-a9f0-2e86-a6cc0211e210}">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274320"/>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 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816352"/>
            <a:ext cx="3203143" cy="2286000"/>
          </a:xfrm>
          <a:prstGeom prst="rect">
            <a:avLst/>
          </a:prstGeom>
          <a:noFill/>
          <a:ln/>
        </p:spPr>
        <p:txBody>
          <a:bodyPr wrap="square" lIns="0" tIns="0" rIns="0" bIns="0" rtlCol="0" anchor="t"/>
          <a:lstStyle/>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rect-85"/>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88" name="text-86"/>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89" name="text-87"/>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0" name="text-88"/>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1" name="rect-89"/>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2" name="text-90"/>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3" name="text-91"/>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4" name="text-92"/>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5" name="rect-93"/>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6" name="text-94"/>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7" name="text-95"/>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98" name="text-96"/>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2026-10-14T16:14:17Z</dcterms:created>
  <dcterms:modified xsi:type="dcterms:W3CDTF">2026-10-14T16:14:17Z</dcterms:modified>
</cp:coreProperties>
</file>