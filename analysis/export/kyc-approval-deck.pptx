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f06bb036-d736-9656-7e71-85b0301c68fa}">
          <p14:sldIdLst>
            <p14:sldId id="256"/>
            <p14:sldId id="257"/>
            <p14:sldId id="258"/>
            <p14:sldId id="259"/>
            <p14:sldId id="260"/>
            <p14:sldId id="261"/>
            <p14:sldId id="262"/>
            <p14:sldId id="263"/>
            <p14:sldId id="264"/>
            <p14:sldId id="265"/>
            <p14:sldId id="266"/>
            <p14:sldId id="267"/>
          </p14:sldIdLst>
        </p14:section>
        <p14:section name="Appendix" id="{b0d42665-3ce1-21d9-f155-335770863728}">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2026-10-15T09:34:43Z</dcterms:created>
  <dcterms:modified xsi:type="dcterms:W3CDTF">2026-10-15T09:34:43Z</dcterms:modified>
</cp:coreProperties>
</file>